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6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[PROJECT 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58701" y="3741688"/>
            <a:ext cx="4674292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Final Year Project Presentation</a:t>
            </a:r>
            <a:br>
              <a:rPr dirty="0"/>
            </a:br>
            <a:r>
              <a:rPr dirty="0"/>
              <a:t>University of Zambia</a:t>
            </a:r>
            <a:endParaRPr lang="en-US" dirty="0"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School of Natural and Applied Sciences</a:t>
            </a:r>
            <a:br>
              <a:rPr dirty="0"/>
            </a:br>
            <a:r>
              <a:rPr dirty="0"/>
              <a:t>Department of Computing and Informatics </a:t>
            </a:r>
            <a:endParaRPr lang="en-US" dirty="0"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Team Roles and Responsibilities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Computer No.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Primary Role / Responsibilities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1]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3]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5]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Supervisor: [SUPERVISOR NAME]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Introduction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Literature Review / Related Work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Methodology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System Analysis and Design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Implementation / Development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Testing, Results and Evaluation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Discussion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Individual Contributions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Conclusion, Recommendations and Future Work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System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Background and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Introduce the project area and relevant context.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Explain why the topic/problem matters.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Identify intended users, stakeholders or beneficiaries.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concise background summary.]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[Clearly state the specific problem being addressed.]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What currently happens?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What is inadequate or missing?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Who is affected?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Why does the problem require a solution?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Project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[State the single overall goal of the project.]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[Objective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[Objective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[Objective 3]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[Objective 4]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[Objective 5]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Scope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IN SCOPE: [Item 1] • [Item 2] • [Item 3]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OUT OF SCOPE: [Item 1] • [Item 2] • [Item 3]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[Add any important boundary conditions.]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Key Concepts and Theories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[Concept / Theory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[Concept / Theory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[Concept / Theory 3]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[Explain their relevance to the project.]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Existing Systems /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[System / Study 1] — approach, strengths and limitations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[System / Study 2] — approach, strengths and limitations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[System / Study 3] — approach, strengths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Research / Knowledge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[What is missing, inadequate, unresolved or improvable?]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[Gap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[Gap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[How does this project address the gap?]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Research / Development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[Agile / Waterfall / Design Science / Experimental Research / Other]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Why was this approach selected?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How was the project organised?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What were the major phases?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final project workflow / research pipeline diagram here.]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[Briefly explain the sequence of activities.]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Tools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Languages: [Languages]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Frameworks / Libraries: [Frameworks]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Database: [Database]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Development tools: [Tools]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Hardware / Cloud / Platforms: [Platforms]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Data Collection /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[Data sources / participants]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[Requirements gathering methods]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[Existing datasets / documents]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[Interviews / questionnaires / observations, where applicable]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Ethical and legal considerations: [Summary]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Analysis and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Stakeholders and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[Stakeholder / User 1] — role and key needs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[Stakeholder / User 2] — role and key needs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[Stakeholder / User 3] — role and key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Functional and 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FR1: [Requirement]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FR2: [Requirement]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FR3: [Requirement]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NFR1: [Performance / usability / security / reliability requirement]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NFR2: [Requirement]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final system architecture diagram.]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[Explain the major components and their interactions.]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Database / Data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ER diagram, schema, data model or equivalent.]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[Highlight the most important design decisions.]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Interface / Interaction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2–4 key screenshots or wireframes.]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[Explain important interface / interaction decisions.]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Algorithms / Models / 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[Algorithm / model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[Algorithm / model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[Important technical decision]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[Why these choices were made]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Development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Operating system: [OS]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Programming language(s): [Languages]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Framework(s): [Frameworks]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Database: [Database]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IDE / development tools: [Tools]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Version control / deployment: [Tools / platform]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System Components /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3]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4]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5]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Key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[Important implementation decision]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[Algorithm / model]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[Data processing]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[API / service integration]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[Security / performance consideration]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Challenges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Challenge: [Challenge 1] → Solution: [Solution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Challenge: [Challenge 2] → Solution: [Solution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Challenge: [Challenge 3] → Solution: [Solution 3]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Testing and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Unit testing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Integration testing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System testing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Usability testing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Performance / security testing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Testing tools: [Tools / frameworks]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TC-01: [Test case] → PASS / FAIL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TC-02: [Test case] → PASS / FAIL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TC-03: [Test case] → PASS / FAIL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TC-04: [Test case] → PASS / FAIL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[Use a detailed table where appropriate.]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Performance /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graph, chart, table or model evaluation result.]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[Highlight the most important quantitative findings.]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User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survey / interview / usability findings where applicable.]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[Summarise key user feedback or evaluation metrics.]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Objective-by-Objective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Objective 1 → [Evidence] → [Achieved / Partially achieved / Not achieved]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Objective 2 → [Evidence] → [Status]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Objective 3 → [Evidence] → [Status]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Objective 4 → [Evidence] → [Status]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Individual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Individual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[Member 1] — [Role and major contribution]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[Member 2] — [Role and major contribution]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[Member 3] — [Role and major contribution]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[Member 4] — [Role and major contribution]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[Member 5] — [Role and major contribution]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Individual Technical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[Member] — modules / algorithms / research activities completed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[Member] — testing / evaluation / data activities completed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[Member] — design / documentation / deployment activities completed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[Clearly distinguish individual and collaborative work.]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Discussion of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What do the results mean?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How do the findings address the original problem?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How do they relate to the objectives?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How do they compare with existing work?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[State the most important finding.]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Project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Technical contribution: [Contribution]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Practical contribution: [Contribution]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Research contribution: [Contribution]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Institutional / societal contribution, where applicable: [Contribution]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[Limitation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[Limitation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[Limitation 3]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[Explain implications for interpretation or use of the results.]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Problem: [Brief problem]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Approach: [Brief approach]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Solution: [Brief solution]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Results: [Brief results]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Contribution: [Brief contribution]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Achievement of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Objective 1: [Status + evidence]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Objective 2: [Status + evidence]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Objective 3: [Status + evidence]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Objective 4: [Status + evidence]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[Recommendation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[Recommendation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[Recommendation 3]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[Future improvement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[Future improvement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[Future improvement 3]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[Potential extension / further investigation]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Questions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sz="4200" dirty="0"/>
              <a:t>Thank you</a:t>
            </a:r>
          </a:p>
          <a:p>
            <a:pPr algn="ctr"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sz="4200" dirty="0"/>
              <a:t>[PROJECT TITLE]</a:t>
            </a:r>
          </a:p>
          <a:p>
            <a:pPr algn="ctr"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sz="4200" dirty="0"/>
              <a:t>[Group Name]</a:t>
            </a:r>
          </a:p>
          <a:p>
            <a:pPr algn="ctr"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sz="4200" dirty="0"/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1710</Words>
  <Application>Microsoft Office PowerPoint</Application>
  <PresentationFormat>Widescreen</PresentationFormat>
  <Paragraphs>271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Alinani Simukanga</cp:lastModifiedBy>
  <cp:revision>3</cp:revision>
  <dcterms:created xsi:type="dcterms:W3CDTF">2013-01-27T09:14:16Z</dcterms:created>
  <dcterms:modified xsi:type="dcterms:W3CDTF">2026-09-22T12:32:30Z</dcterms:modified>
  <cp:category/>
</cp:coreProperties>
</file>